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notes must not be exported.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notes must not be exported.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notes must not be exported.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Arial"/>
              </a:rPr>
              <a:t>Quarterly report — Café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663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Slide 1 of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29260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42672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840480" y="1097280"/>
          <a:ext cx="48463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29260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31920" y="3977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Para>
                <m:oMath>
                  <m:r>
                    <m:t>E = m</m:t>
                  </m:r>
                  <m:sSup>
                    <m:e>
                      <m:r>
                        <m:t>c</m:t>
                      </m:r>
                    </m:e>
                    <m:sup>
                      <m:r>
                        <m:t>2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Arial"/>
              </a:rPr>
              <a:t>Hidden slide — internal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663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Slide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latin typeface="Arial"/>
              </a:rPr>
              <a:t>This hidden slide is intentionally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Arial"/>
              </a:rPr>
              <a:t>Summary — 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4663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Slide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Original order, dimensions and static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