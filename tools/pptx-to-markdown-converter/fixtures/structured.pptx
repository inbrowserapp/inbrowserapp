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中文</a:t>
            </a:r>
          </a:p>
          <a:p>
            <a:r>
              <a:t># literal notes *text*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slide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test/a_(b)?x=1&amp;y=2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t># literal *stars* &lt;script&gt; 中文 العربية 😀</a:t>
            </a:r>
          </a:p>
          <a:p>
            <a:pPr>
              <a:buChar char="•"/>
            </a:pPr>
            <a:r>
              <a:t>Parent bullet</a:t>
            </a:r>
          </a:p>
          <a:p>
            <a:pPr lvl="1">
              <a:buChar char="•"/>
            </a:pPr>
            <a:r>
              <a:t>Child bullet</a:t>
            </a:r>
          </a:p>
          <a:p>
            <a:r>
              <a:rPr>
                <a:hlinkClick r:id="rId2"/>
              </a:rPr>
              <a:t>link [label]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14400">
                <a:tc>
                  <a:txBody>
                    <a:bodyPr/>
                    <a:lstStyle/>
                    <a:p>
                      <a:r>
                        <a:t>Header |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two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 |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 one</a:t>
                      </a:r>
                    </a:p>
                    <a:p>
                      <a:r>
                        <a:t>line two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